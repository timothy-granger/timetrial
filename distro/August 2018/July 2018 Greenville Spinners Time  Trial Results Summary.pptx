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2C3B-5624-47F0-8380-0FBB83B77AA0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78663-8162-4CCA-8F6E-ABC87229F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318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2C3B-5624-47F0-8380-0FBB83B77AA0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78663-8162-4CCA-8F6E-ABC87229F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22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2C3B-5624-47F0-8380-0FBB83B77AA0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78663-8162-4CCA-8F6E-ABC87229F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77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2C3B-5624-47F0-8380-0FBB83B77AA0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78663-8162-4CCA-8F6E-ABC87229F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423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2C3B-5624-47F0-8380-0FBB83B77AA0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78663-8162-4CCA-8F6E-ABC87229F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37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2C3B-5624-47F0-8380-0FBB83B77AA0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78663-8162-4CCA-8F6E-ABC87229F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43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2C3B-5624-47F0-8380-0FBB83B77AA0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78663-8162-4CCA-8F6E-ABC87229F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10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2C3B-5624-47F0-8380-0FBB83B77AA0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78663-8162-4CCA-8F6E-ABC87229F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43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2C3B-5624-47F0-8380-0FBB83B77AA0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78663-8162-4CCA-8F6E-ABC87229F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99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2C3B-5624-47F0-8380-0FBB83B77AA0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78663-8162-4CCA-8F6E-ABC87229F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263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2C3B-5624-47F0-8380-0FBB83B77AA0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78663-8162-4CCA-8F6E-ABC87229F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047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D2C3B-5624-47F0-8380-0FBB83B77AA0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878663-8162-4CCA-8F6E-ABC87229F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38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-96342"/>
            <a:ext cx="8816340" cy="449580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July 26, </a:t>
            </a:r>
            <a:r>
              <a:rPr lang="en-US" sz="2000" b="1" dirty="0" smtClean="0"/>
              <a:t>2018 Greenville Spinners Time Trial Results</a:t>
            </a:r>
            <a:endParaRPr lang="en-US" sz="2000" b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249788"/>
              </p:ext>
            </p:extLst>
          </p:nvPr>
        </p:nvGraphicFramePr>
        <p:xfrm>
          <a:off x="140970" y="378945"/>
          <a:ext cx="5702300" cy="381000"/>
        </p:xfrm>
        <a:graphic>
          <a:graphicData uri="http://schemas.openxmlformats.org/drawingml/2006/table">
            <a:tbl>
              <a:tblPr/>
              <a:tblGrid>
                <a:gridCol w="1231214"/>
                <a:gridCol w="710804"/>
                <a:gridCol w="1002742"/>
                <a:gridCol w="748883"/>
                <a:gridCol w="2008657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First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Category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Finish Time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Series Points (May + June + July)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Blunt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Leilani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Women Junior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46:25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027570"/>
              </p:ext>
            </p:extLst>
          </p:nvPr>
        </p:nvGraphicFramePr>
        <p:xfrm>
          <a:off x="147320" y="919004"/>
          <a:ext cx="5702300" cy="381000"/>
        </p:xfrm>
        <a:graphic>
          <a:graphicData uri="http://schemas.openxmlformats.org/drawingml/2006/table">
            <a:tbl>
              <a:tblPr/>
              <a:tblGrid>
                <a:gridCol w="1231214"/>
                <a:gridCol w="710804"/>
                <a:gridCol w="1002742"/>
                <a:gridCol w="748883"/>
                <a:gridCol w="2008657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First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Category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Finish Time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Series Points (May + June + July)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Blunt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Keith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Junior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54:10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749266"/>
              </p:ext>
            </p:extLst>
          </p:nvPr>
        </p:nvGraphicFramePr>
        <p:xfrm>
          <a:off x="158750" y="1479074"/>
          <a:ext cx="5702300" cy="381000"/>
        </p:xfrm>
        <a:graphic>
          <a:graphicData uri="http://schemas.openxmlformats.org/drawingml/2006/table">
            <a:tbl>
              <a:tblPr/>
              <a:tblGrid>
                <a:gridCol w="1231214"/>
                <a:gridCol w="710804"/>
                <a:gridCol w="1002742"/>
                <a:gridCol w="748883"/>
                <a:gridCol w="2008657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First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Category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Finish Time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Series Points (May + June + July)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Mears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Kristina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Women 1/2/3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463710"/>
              </p:ext>
            </p:extLst>
          </p:nvPr>
        </p:nvGraphicFramePr>
        <p:xfrm>
          <a:off x="158750" y="1997234"/>
          <a:ext cx="5702300" cy="762000"/>
        </p:xfrm>
        <a:graphic>
          <a:graphicData uri="http://schemas.openxmlformats.org/drawingml/2006/table">
            <a:tbl>
              <a:tblPr/>
              <a:tblGrid>
                <a:gridCol w="1231214"/>
                <a:gridCol w="710804"/>
                <a:gridCol w="1002742"/>
                <a:gridCol w="748883"/>
                <a:gridCol w="2008657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First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Category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Finish Time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Series Points (May + June + July)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Blunt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Elizabeth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Women 4/5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45:36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Steinbach McGourn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Women 4/5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Britt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Christi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Women 4/5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064194"/>
              </p:ext>
            </p:extLst>
          </p:nvPr>
        </p:nvGraphicFramePr>
        <p:xfrm>
          <a:off x="158750" y="2945924"/>
          <a:ext cx="5702300" cy="1333500"/>
        </p:xfrm>
        <a:graphic>
          <a:graphicData uri="http://schemas.openxmlformats.org/drawingml/2006/table">
            <a:tbl>
              <a:tblPr/>
              <a:tblGrid>
                <a:gridCol w="1231214"/>
                <a:gridCol w="710804"/>
                <a:gridCol w="1002742"/>
                <a:gridCol w="748883"/>
                <a:gridCol w="2008657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First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Category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Finish Time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Series Points (May + June + July)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Cline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Laura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Women Merckx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38:43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Sweeney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Carley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Women Merckx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39:16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France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Jamie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Women Merckx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44:01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Hrubala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Theresa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Women Merckx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47:46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Clark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Women Merckx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Thompson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Mandy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Women Merckx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829734"/>
              </p:ext>
            </p:extLst>
          </p:nvPr>
        </p:nvGraphicFramePr>
        <p:xfrm>
          <a:off x="170180" y="4397534"/>
          <a:ext cx="5702300" cy="1905000"/>
        </p:xfrm>
        <a:graphic>
          <a:graphicData uri="http://schemas.openxmlformats.org/drawingml/2006/table">
            <a:tbl>
              <a:tblPr/>
              <a:tblGrid>
                <a:gridCol w="1231214"/>
                <a:gridCol w="710804"/>
                <a:gridCol w="1002742"/>
                <a:gridCol w="748883"/>
                <a:gridCol w="2008657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First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Category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Finish Time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Series Points (May + June + July)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Lopez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Fulton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Masters 50+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33:50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McKee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Masters 50+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37:42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Palmer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Masters 50+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38:03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Clements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Glynn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Masters 50+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42:10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Mikell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Jesse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Masters 50+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Morgan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Masters 50+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Martin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Masters 50+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Pelkie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Masters 50+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Chambers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Masters 50+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76018"/>
              </p:ext>
            </p:extLst>
          </p:nvPr>
        </p:nvGraphicFramePr>
        <p:xfrm>
          <a:off x="181610" y="6416834"/>
          <a:ext cx="5702300" cy="381000"/>
        </p:xfrm>
        <a:graphic>
          <a:graphicData uri="http://schemas.openxmlformats.org/drawingml/2006/table">
            <a:tbl>
              <a:tblPr/>
              <a:tblGrid>
                <a:gridCol w="1231214"/>
                <a:gridCol w="710804"/>
                <a:gridCol w="1002742"/>
                <a:gridCol w="748883"/>
                <a:gridCol w="2008657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First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Category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Finish Time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Series Points (May + June + July)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Pomeroy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Handcycle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361412"/>
              </p:ext>
            </p:extLst>
          </p:nvPr>
        </p:nvGraphicFramePr>
        <p:xfrm>
          <a:off x="6262370" y="381794"/>
          <a:ext cx="5702300" cy="1524000"/>
        </p:xfrm>
        <a:graphic>
          <a:graphicData uri="http://schemas.openxmlformats.org/drawingml/2006/table">
            <a:tbl>
              <a:tblPr/>
              <a:tblGrid>
                <a:gridCol w="1231214"/>
                <a:gridCol w="710804"/>
                <a:gridCol w="1002742"/>
                <a:gridCol w="748883"/>
                <a:gridCol w="2008657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First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Category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Finish Time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Series Points (May + June + July)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Luther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Nick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1/2/3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29:05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Christophersen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Eric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1/2/3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32:14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Tempel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Greg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1/2/3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32:35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Michenfelder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Jeff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1/2/3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37:59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Hill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Brian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1/2/3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Baker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Andy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1/2/3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Potter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Mike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1/2/3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347637"/>
              </p:ext>
            </p:extLst>
          </p:nvPr>
        </p:nvGraphicFramePr>
        <p:xfrm>
          <a:off x="6262370" y="2191544"/>
          <a:ext cx="5702300" cy="1905000"/>
        </p:xfrm>
        <a:graphic>
          <a:graphicData uri="http://schemas.openxmlformats.org/drawingml/2006/table">
            <a:tbl>
              <a:tblPr/>
              <a:tblGrid>
                <a:gridCol w="1231214"/>
                <a:gridCol w="710804"/>
                <a:gridCol w="1002742"/>
                <a:gridCol w="748883"/>
                <a:gridCol w="2008657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First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Category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Finish Time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Series Points (May + June + July)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Tabor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Neil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4/5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33:51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Watson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Nathan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4/5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34:05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Molzer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Garrett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4/5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34:39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Hall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David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4/5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34:41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Cline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4/5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35:38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Jordan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Jeff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4/5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36:08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Studer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Weston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4/5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36:37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Pistolis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Peter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4/5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37:15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Blanchard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Olivier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4/5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39:39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230890"/>
              </p:ext>
            </p:extLst>
          </p:nvPr>
        </p:nvGraphicFramePr>
        <p:xfrm>
          <a:off x="6262370" y="4283234"/>
          <a:ext cx="5702300" cy="2476500"/>
        </p:xfrm>
        <a:graphic>
          <a:graphicData uri="http://schemas.openxmlformats.org/drawingml/2006/table">
            <a:tbl>
              <a:tblPr/>
              <a:tblGrid>
                <a:gridCol w="1231214"/>
                <a:gridCol w="710804"/>
                <a:gridCol w="1002742"/>
                <a:gridCol w="748883"/>
                <a:gridCol w="2008657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First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Category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Finish Time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Series Points (May + June + July)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Barnett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Luke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Merckx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33:45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Fowlkes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Willie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Merckx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35:53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Neff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Joel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Merckx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35:56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Knight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Graham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Merckx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36:28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Phillips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Reggie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Merckx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36:48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Knight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Barry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Merckx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38:49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Bailey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Merckx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39:13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Bravo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Victor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Merckx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40:08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Whig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Rajesh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Merckx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42:29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Murray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Merckx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Baker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Merckx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Cline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 Merckx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611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3061</TotalTime>
  <Words>455</Words>
  <Application>Microsoft Office PowerPoint</Application>
  <PresentationFormat>Widescreen</PresentationFormat>
  <Paragraphs>301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July 26, 2018 Greenville Spinners Time Trial Results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May 11, 2017 Greenville Spinners Time Trial Results</dc:title>
  <dc:creator>Carleton Michenfelder</dc:creator>
  <cp:lastModifiedBy>Carleton Michenfelder</cp:lastModifiedBy>
  <cp:revision>29</cp:revision>
  <cp:lastPrinted>2018-07-27T15:58:25Z</cp:lastPrinted>
  <dcterms:created xsi:type="dcterms:W3CDTF">2017-05-12T01:42:44Z</dcterms:created>
  <dcterms:modified xsi:type="dcterms:W3CDTF">2018-07-27T16:46:32Z</dcterms:modified>
</cp:coreProperties>
</file>